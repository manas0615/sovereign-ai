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Assessment - findings_briefing.pptx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V-204 Equipment Integrity Evaluation</a:t>
            </a:r>
          </a:p>
          <a:p>
            <a:r>
              <a:t>Goal: Evaluate mechanical seal wear against plant safety limits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Evaluate mechanical seal wear against plant safety limits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task-c3f32666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Equipment V-204 seal wear measured at 0.18mm, exceeding 0.10mm limit by +0.08mm (+80%).</a:t>
            </a:r>
          </a:p>
          <a:p>
            <a:pPr>
              <a:defRPr sz="1100" i="1"/>
            </a:pPr>
            <a:r>
              <a:t>    Source Grounding: v204_scanned_inspection.pdf:Page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Mandatory replacement of mechanical seal cartridge before re-pressurization (Rationale: Exceeds allowable tolerance per SOP-PV-001 Section 4.2)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