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Analyze V-204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Analyze V-204</a:t>
            </a:r>
          </a:p>
          <a:p>
            <a:r>
              <a:t>Goal: Read the inspection report for V-204. What is the seal wear measurement, the threshold, and the difference?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Read the inspection report for V-204. What is the seal wear measurement, the threshold, and the difference?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task-51897f63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Retrieved 5 results for query: inspection report for V-204 seal wear measurement and threshold</a:t>
            </a:r>
          </a:p>
          <a:p>
            <a:pPr>
              <a:defRPr sz="1100" i="1"/>
            </a:pPr>
            <a:r>
              <a:t>    Source Grounding: doc-2c6e9636:N/A, doc-96a66a1e:N/A, doc-90dba883:N/A, doc-c6169b21:N/A, doc-b4f08d01:N/A</a:t>
            </a:r>
          </a:p>
          <a:p>
            <a:pPr>
              <a:defRPr sz="1400" b="1"/>
            </a:pPr>
            <a:r>
              <a:t>[HIGH] {"seal_wear_measurement": "0.15mm", "threshold": "0.10mm", "difference": "0.05mm"}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Switched to qualified deployment 'Llama-3.2-3B-Instruct'.)</a:t>
            </a:r>
          </a:p>
          <a:p>
            <a:pPr>
              <a:defRPr sz="1400"/>
            </a:pPr>
            <a:r>
              <a:t>Decision: RETRIEVE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