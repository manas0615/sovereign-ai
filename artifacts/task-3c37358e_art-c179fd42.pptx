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Executive Briefing - Vessel V-204 Inspection Retrieval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Task: Vessel V-204 Inspection Retrieval</a:t>
            </a:r>
          </a:p>
          <a:p>
            <a:r>
              <a:t>Goal: Search the knowledge base for vessel V-204 inspection records. Extract the measured seal wear and allowable tolerance.</a:t>
            </a:r>
          </a:p>
          <a:p>
            <a:r>
              <a:t>Sovereign AI Governed Deliverable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Operational Goal: Search the knowledge base for vessel V-204 inspection records. Extract the measured seal wear and allowable tolerance.</a:t>
            </a:r>
          </a:p>
          <a:p>
            <a:pPr>
              <a:defRPr sz="1600"/>
            </a:pPr>
            <a:r>
              <a:t>Execution Status: COMPLETED (Empirically Qualified &amp; Governed)</a:t>
            </a:r>
          </a:p>
          <a:p>
            <a:pPr>
              <a:defRPr sz="1400"/>
            </a:pPr>
            <a:r>
              <a:t>Task ID: task-3c37358e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Technical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 b="1"/>
            </a:pPr>
            <a:r>
              <a:t>[HIGH] Retrieved 5 results for query: vessel V-204 inspection records</a:t>
            </a:r>
          </a:p>
          <a:p>
            <a:pPr>
              <a:defRPr sz="1100" i="1"/>
            </a:pPr>
            <a:r>
              <a:t>    Source Grounding: doc-2c6e9636:N/A, doc-96a66a1e:N/A, doc-90dba883:N/A, doc-c6169b21:N/A, doc-b4f08d01:N/A</a:t>
            </a:r>
          </a:p>
          <a:p>
            <a:pPr>
              <a:defRPr sz="1400" b="1"/>
            </a:pPr>
            <a:r>
              <a:t>[HIGH] {"measured_seal_wear": "0.15mm", "allowable_tolerance": "0.10mm"}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Decisions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Decision: ROUTE (Rationale: Qualification-aware routing: Switched to qualified deployment 'Llama-3.2-3B-Instruct'.)</a:t>
            </a:r>
          </a:p>
          <a:p>
            <a:pPr>
              <a:defRPr sz="1400"/>
            </a:pPr>
            <a:r>
              <a:t>Decision: RETRIEVE (Rationale: No rationale provided.)</a:t>
            </a:r>
          </a:p>
          <a:p>
            <a:pPr>
              <a:defRPr sz="1400"/>
            </a:pPr>
            <a:r>
              <a:t>Decision: FINAL (Rationale: No rationale provided.)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Governance &amp; Integrity Notice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300"/>
            </a:pPr>
            <a:r>
              <a:t>This presentation is generated under Sovereign AI qualification governance and cryptographic provenance tracking. All statements are derived strictly from localized model reasoning bounded by empirical capability passports and linked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