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Corrosion Calculation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Corrosion Calculation</a:t>
            </a:r>
          </a:p>
          <a:p>
            <a:r>
              <a:t>Goal: calculate remaining life if corrosion rate is 0.5 mm/year and allowance is 3.0 mm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calculate remaining life if corrosion rate is 0.5 mm/year and allowance is 3.0 mm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task-fc7b9c0f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Tool 'calculate' returned: {'success': True, 'expression': 'corrosion_rate * time', 'result': 0.0, 'raw_output': '0.0', 'duration_ms': 0, 'security_mode': 'DEGRADED'}</a:t>
            </a:r>
          </a:p>
          <a:p>
            <a:pPr>
              <a:defRPr sz="1400" b="1"/>
            </a:pPr>
            <a:r>
              <a:t>[HIGH]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Switched to qualified deployment 'Llama-3.2-3B-Instruct'.)</a:t>
            </a:r>
          </a:p>
          <a:p>
            <a:pPr>
              <a:defRPr sz="1400"/>
            </a:pPr>
            <a:r>
              <a:t>Decision: TOOL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