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Corrosion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Corrosion Calculation</a:t>
            </a:r>
          </a:p>
          <a:p>
            <a:r>
              <a:t>Goal: calculate remaining life if corrosion rate is 0.5 mm/year and allowance is 3.0 mm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if corrosion rate is 0.5 mm/year and allowance is 3.0 mm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task-1a67b8f6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returned: {'success': True, 'expression': 'corrosion_rate * remaining_life - allowance', 'result': -3.0, 'raw_output': '-3.0', 'duration_ms': 1, 'security_mode': 'DEGRADED'}</a:t>
            </a:r>
          </a:p>
          <a:p>
            <a:pPr>
              <a:defRPr sz="1400" b="1"/>
            </a:pPr>
            <a:r>
              <a:t>[HIGH]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Switched to qualified deployment 'Llama-3.2-3B-Instruct'.)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