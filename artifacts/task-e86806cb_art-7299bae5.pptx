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Briefing - Corrosion Calculation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Task: Corrosion Calculation</a:t>
            </a:r>
          </a:p>
          <a:p>
            <a:r>
              <a:t>Goal: calculate remaining life if corrosion rate is 0.5 mm/year and allowance is 3.0 mm</a:t>
            </a:r>
          </a:p>
          <a:p>
            <a:r>
              <a:t>Sovereign AI Governed Deliverable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Operational Goal: calculate remaining life if corrosion rate is 0.5 mm/year and allowance is 3.0 mm</a:t>
            </a:r>
          </a:p>
          <a:p>
            <a:pPr>
              <a:defRPr sz="1600"/>
            </a:pPr>
            <a:r>
              <a:t>Execution Status: COMPLETED (Empirically Qualified &amp; Governed)</a:t>
            </a:r>
          </a:p>
          <a:p>
            <a:pPr>
              <a:defRPr sz="1400"/>
            </a:pPr>
            <a:r>
              <a:t>Task ID: task-e86806cb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Technical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 b="1"/>
            </a:pPr>
            <a:r>
              <a:t>[HIGH] Tool 'calculate' returned: {'success': False, 'expression': 'allowance - corrosion rate', 'error': 'invalid syntax (&lt;unknown&gt;, line 1)', 'security_mode': 'DEGRADED'}</a:t>
            </a:r>
          </a:p>
          <a:p>
            <a:pPr>
              <a:defRPr sz="1400" b="1"/>
            </a:pPr>
            <a:r>
              <a:t>[HIGH] {"remaining_life": 3.0 - 0.5}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Decisions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Decision: ROUTE (Rationale: Qualification-aware routing: Reusing active qualified deployment 'Llama-3.2-3B-Instruct' without model swap.)</a:t>
            </a:r>
          </a:p>
          <a:p>
            <a:pPr>
              <a:defRPr sz="1400"/>
            </a:pPr>
            <a:r>
              <a:t>Decision: TOOL (Rationale: No rationale provided.)</a:t>
            </a:r>
          </a:p>
          <a:p>
            <a:pPr>
              <a:defRPr sz="1400"/>
            </a:pPr>
            <a:r>
              <a:t>Decision: FINAL (Rationale: No rationale provided.)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Governance &amp; Integrity 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/>
            </a:pPr>
            <a:r>
              <a:t>This presentation is generated under Sovereign AI qualification governance and cryptographic provenance tracking. All statements are derived strictly from localized model reasoning bounded by empirical capability passports and linked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