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Pipeline Corrosion Remaining Life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Pipeline Corrosion Remaining Life Calculation</a:t>
            </a:r>
          </a:p>
          <a:p>
            <a:r>
              <a:t>Goal: calculate remaining life (allowance divided by corrosion rate) if corrosion rate is 0.5 mm/year and allowance is 3.0 mm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(allowance divided by corrosion rate) if corrosion rate is 0.5 mm/year and allowance is 3.0 mm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task-a96c53e3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returned: {'success': True, 'expression': 'allowance / corrosion_rate', 'result': 6.0, 'raw_output': '6.0', 'duration_ms': 0, 'security_mode': 'DEGRADED'}</a:t>
            </a:r>
          </a:p>
          <a:p>
            <a:pPr>
              <a:defRPr sz="1400" b="1"/>
            </a:pPr>
            <a:r>
              <a:t>[HIGH] :{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Reusing active qualified deployment 'Llama-3.2-3B-Instruct' without model swap.)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