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Briefing - Analyze V-204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Task: Analyze V-204</a:t>
            </a:r>
          </a:p>
          <a:p>
            <a:r>
              <a:t>Goal: Read the inspection report for V-204. What is the seal wear measurement, the threshold, and the difference?</a:t>
            </a:r>
          </a:p>
          <a:p>
            <a:r>
              <a:t>Sovereign AI Governed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Operational Goal: Read the inspection report for V-204. What is the seal wear measurement, the threshold, and the difference?</a:t>
            </a:r>
          </a:p>
          <a:p>
            <a:pPr>
              <a:defRPr sz="1600"/>
            </a:pPr>
            <a:r>
              <a:t>Execution Status: COMPLETED (Empirically Qualified &amp; Governed)</a:t>
            </a:r>
          </a:p>
          <a:p>
            <a:pPr>
              <a:defRPr sz="1400"/>
            </a:pPr>
            <a:r>
              <a:t>Task ID: task-e6232f44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 b="1"/>
            </a:pPr>
            <a:r>
              <a:t>[HIGH] Retrieved 5 results for query: inspection report for V-204 seal wear measurement</a:t>
            </a:r>
          </a:p>
          <a:p>
            <a:pPr>
              <a:defRPr sz="1100" i="1"/>
            </a:pPr>
            <a:r>
              <a:t>    Source Grounding: doc-2c6e9636:N/A, doc-96a66a1e:N/A, doc-90dba883:N/A, doc-c6169b21:N/A, doc-b4f08d01:N/A</a:t>
            </a:r>
          </a:p>
          <a:p>
            <a:pPr>
              <a:defRPr sz="1400" b="1"/>
            </a:pPr>
            <a:r>
              <a:t>[HIGH] {'seal wear measurement': 0.15mm, 'threshold': 0.10mm, 'difference': 0.05mm}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Decisions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Decision: ROUTE (Rationale: Qualification-aware routing: Reusing active qualified deployment 'Llama-3.2-3B-Instruct' without model swap.)</a:t>
            </a:r>
          </a:p>
          <a:p>
            <a:pPr>
              <a:defRPr sz="1400"/>
            </a:pPr>
            <a:r>
              <a:t>Decision: RETRIEVE (Rationale: No rationale provided.)</a:t>
            </a:r>
          </a:p>
          <a:p>
            <a:pPr>
              <a:defRPr sz="1400"/>
            </a:pPr>
            <a:r>
              <a:t>Decision: FINAL (Rationale: No rationale provided.)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Governance &amp; Integrity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/>
            </a:pPr>
            <a:r>
              <a:t>This presentation is generated under Sovereign AI qualification governance and cryptographic provenance tracking. All statements are derived strictly from localized model reasoning bounded by empirical capability passports and linked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